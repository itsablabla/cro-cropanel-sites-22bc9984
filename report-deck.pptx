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(83/100)  ·  7 findings  ·  7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most valuable conversion mechanism on this site is the coverage-check funnel, which is bleeding value due to competing CTAs and ambiguous button labels that dilute the primary action and create choice overload.</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1.2–5.2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Duplicate how-it-works headings confuse path</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Low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Repeated 'How It Works' headings create identical-looking entry points, confusing the user's path.</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C0392B"/>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Competing CTAs split focus</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Urgent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Multiple CTAs with no hierarchy create choice overload and dilute the primary conversion path.</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Duplicate forms create dead ends</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Multiple identical CONTINUE forms on the same page create ambiguity about which form advances the funnel and risk duplic</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Ambiguous CONTINUE button labels</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submit button labeled only CONTINUE fails to communicate the next step, increasing cognitive effort at the interacti</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Pricing shown before qualification</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Displaying prices before coverage confirmation creates premature commitment barriers and confusion about applicable plan</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Price inconsistencies across pages</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Inconsistent price formatting and values across pages undermine trust in quoted costs.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Duplicate how-it-works headings confuse path</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 section heading reads “How It Works”."</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Repeated 'How It Works' headings create identical-looking entry points, confusing the user's path.</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2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Competing CTAs split focus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"CHECK COVERAGE | CHECK IF IT WORKS AT MY ADDRESS | SEE MY OPTIONS | GET STARTED | START CHAT | SEE WHAT I QUALIFY FOR |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Multiple distinct CTAs with no hierarchy create choice overload and dilute the primary conversion path.</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Duplicate forms create dead ends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Multiple identical CONTINUE forms on the same page create ambiguity about which form advances the funnel and risk duplicate submissions.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Ambiguous CONTINUE button labels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submit button labeled only CONTINUE fails to communicate the next step, increasing cognitive effort at the interaction point.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Pricing shown before qualification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"$99.95 /month"</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Displaying prices before coverage confirmation creates premature commitment barriers and confusion about applicable plans.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Competing CTAs split focus</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Duplicate how-it-works headings confuse path</a:t>
            </a:r>
          </a:p>
        </p:txBody>
      </p:sp>
      <p:sp>
        <p:nvSpPr>
          <p:cNvPr id="6" name="TextBox 5"/>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7" name="TextBox 6"/>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Ambiguous CONTINUE button labels</a:t>
            </a:r>
          </a:p>
        </p:txBody>
      </p:sp>
      <p:sp>
        <p:nvSpPr>
          <p:cNvPr id="8" name="TextBox 7"/>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Pricing shown before qualification</a:t>
            </a:r>
          </a:p>
        </p:txBody>
      </p:sp>
      <p:sp>
        <p:nvSpPr>
          <p:cNvPr id="9" name="TextBox 8"/>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0" name="TextBox 9"/>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Duplicate forms create dead ends</a:t>
            </a:r>
          </a:p>
        </p:txBody>
      </p:sp>
      <p:sp>
        <p:nvSpPr>
          <p:cNvPr id="11" name="TextBox 10"/>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Price inconsistencies across pages</a:t>
            </a:r>
          </a:p>
        </p:txBody>
      </p:sp>
      <p:sp>
        <p:nvSpPr>
          <p:cNvPr id="12" name="TextBox 11"/>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3" name="TextBox 12"/>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Coverage claims lack verification detail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